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AD75519-559E-4A59-8B58-B6FABB456BA8}" v="1" dt="2026-07-19T02:36:14.64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118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aka Koushik" userId="be0b8aa96add8ef8" providerId="LiveId" clId="{5A2C9F62-B02B-4874-91BD-02B9880BC04C}"/>
    <pc:docChg chg="undo custSel modSld">
      <pc:chgData name="Maraka Koushik" userId="be0b8aa96add8ef8" providerId="LiveId" clId="{5A2C9F62-B02B-4874-91BD-02B9880BC04C}" dt="2026-07-19T02:38:22.867" v="115" actId="20577"/>
      <pc:docMkLst>
        <pc:docMk/>
      </pc:docMkLst>
      <pc:sldChg chg="modSp mod">
        <pc:chgData name="Maraka Koushik" userId="be0b8aa96add8ef8" providerId="LiveId" clId="{5A2C9F62-B02B-4874-91BD-02B9880BC04C}" dt="2026-07-19T02:38:22.867" v="115" actId="20577"/>
        <pc:sldMkLst>
          <pc:docMk/>
          <pc:sldMk cId="0" sldId="256"/>
        </pc:sldMkLst>
        <pc:spChg chg="mod">
          <ac:chgData name="Maraka Koushik" userId="be0b8aa96add8ef8" providerId="LiveId" clId="{5A2C9F62-B02B-4874-91BD-02B9880BC04C}" dt="2026-07-19T02:38:22.867" v="115" actId="20577"/>
          <ac:spMkLst>
            <pc:docMk/>
            <pc:sldMk cId="0" sldId="256"/>
            <ac:spMk id="6" creationId="{80167548-2D61-B90E-A392-BE1274A90D5C}"/>
          </ac:spMkLst>
        </pc:spChg>
      </pc:sldChg>
      <pc:sldChg chg="modSp mod">
        <pc:chgData name="Maraka Koushik" userId="be0b8aa96add8ef8" providerId="LiveId" clId="{5A2C9F62-B02B-4874-91BD-02B9880BC04C}" dt="2026-07-19T02:36:37.830" v="1" actId="207"/>
        <pc:sldMkLst>
          <pc:docMk/>
          <pc:sldMk cId="3530814621" sldId="266"/>
        </pc:sldMkLst>
        <pc:spChg chg="mod">
          <ac:chgData name="Maraka Koushik" userId="be0b8aa96add8ef8" providerId="LiveId" clId="{5A2C9F62-B02B-4874-91BD-02B9880BC04C}" dt="2026-07-19T02:36:37.830" v="1" actId="207"/>
          <ac:spMkLst>
            <pc:docMk/>
            <pc:sldMk cId="3530814621" sldId="266"/>
            <ac:spMk id="2" creationId="{90C1F70E-BCD5-BC15-F74C-B5834ED1DEFC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Freeform 2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26183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98702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48853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44695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90517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25599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0499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74756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66472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33767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6009360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094042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2698323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572675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369014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69400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8976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68400" y="1885721"/>
            <a:ext cx="5935134" cy="1168400"/>
          </a:xfrm>
        </p:spPr>
        <p:txBody>
          <a:bodyPr>
            <a:noAutofit/>
          </a:bodyPr>
          <a:lstStyle/>
          <a:p>
            <a:r>
              <a:t>Virtual Memory and Paging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0167548-2D61-B90E-A392-BE1274A90D5C}"/>
              </a:ext>
            </a:extLst>
          </p:cNvPr>
          <p:cNvSpPr txBox="1"/>
          <p:nvPr/>
        </p:nvSpPr>
        <p:spPr>
          <a:xfrm>
            <a:off x="6155270" y="4893208"/>
            <a:ext cx="264125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dirty="0"/>
              <a:t>Presented </a:t>
            </a:r>
            <a:r>
              <a:rPr dirty="0" err="1"/>
              <a:t>By:</a:t>
            </a:r>
            <a:r>
              <a:rPr lang="en-US" dirty="0" err="1"/>
              <a:t>Maraka</a:t>
            </a:r>
            <a:r>
              <a:rPr lang="en-US" dirty="0"/>
              <a:t> </a:t>
            </a:r>
            <a:r>
              <a:rPr dirty="0"/>
              <a:t> </a:t>
            </a:r>
            <a:r>
              <a:rPr lang="en-US" dirty="0"/>
              <a:t>                                                                     </a:t>
            </a:r>
          </a:p>
          <a:p>
            <a:r>
              <a:rPr lang="en-US" dirty="0"/>
              <a:t>            Koushik Reddy</a:t>
            </a:r>
          </a:p>
          <a:p>
            <a:r>
              <a:rPr lang="en-US" dirty="0"/>
              <a:t>            (192372185)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4F13759-A8B2-B231-9BD4-386560B3D580}"/>
              </a:ext>
            </a:extLst>
          </p:cNvPr>
          <p:cNvSpPr txBox="1"/>
          <p:nvPr/>
        </p:nvSpPr>
        <p:spPr>
          <a:xfrm>
            <a:off x="270932" y="4829200"/>
            <a:ext cx="2717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Guided By: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S Radhika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483555F-4B86-C461-33F9-3D429C2EFA0C}"/>
              </a:ext>
            </a:extLst>
          </p:cNvPr>
          <p:cNvSpPr txBox="1"/>
          <p:nvPr/>
        </p:nvSpPr>
        <p:spPr>
          <a:xfrm>
            <a:off x="1862667" y="3388209"/>
            <a:ext cx="49699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CSA1214  Computer Architecture</a:t>
            </a:r>
          </a:p>
        </p:txBody>
      </p:sp>
      <p:pic>
        <p:nvPicPr>
          <p:cNvPr id="11" name="Google Shape;100;p13" descr="SSE-Computer Science and Engineering">
            <a:extLst>
              <a:ext uri="{FF2B5EF4-FFF2-40B4-BE49-F238E27FC236}">
                <a16:creationId xmlns:a16="http://schemas.microsoft.com/office/drawing/2014/main" id="{7B3D2C40-7014-8A5E-8E6B-771247A06DB7}"/>
              </a:ext>
            </a:extLst>
          </p:cNvPr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270932" y="273279"/>
            <a:ext cx="8695267" cy="10475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6582" y="229256"/>
            <a:ext cx="6654800" cy="622829"/>
          </a:xfrm>
        </p:spPr>
        <p:txBody>
          <a:bodyPr>
            <a:noAutofit/>
          </a:bodyPr>
          <a:lstStyle/>
          <a:p>
            <a:r>
              <a:rPr lang="en-US" dirty="0"/>
              <a:t>I</a:t>
            </a:r>
            <a:r>
              <a:rPr dirty="0"/>
              <a:t>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66018"/>
            <a:ext cx="8229600" cy="4525963"/>
          </a:xfrm>
        </p:spPr>
        <p:txBody>
          <a:bodyPr/>
          <a:lstStyle/>
          <a:p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Virtual memory is a memory management technique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used by the operating system.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allows programs larger than RAM to run.</a:t>
            </a:r>
          </a:p>
          <a:p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hard disk as an extension of RAM.</a:t>
            </a:r>
          </a:p>
          <a:p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multitasking.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helps the computer run many programs at the same time.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disk space when RAM is full.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If your computer has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 GB RAM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but a program needs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 GB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virtual memory uses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GB from the hard disk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27629"/>
          </a:xfrm>
        </p:spPr>
        <p:txBody>
          <a:bodyPr>
            <a:normAutofit/>
          </a:bodyPr>
          <a:lstStyle/>
          <a:p>
            <a:r>
              <a:t>Why Virtual Memory is Needed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0200" y="1566334"/>
            <a:ext cx="8229600" cy="432240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Problem: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Modern Applications or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Large programs need more memory.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RAM has limited storage. 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Running many programs together can fill the RAM.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Without enough memory, programs may become slow or stop.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Solution:</a:t>
            </a:r>
          </a:p>
          <a:p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Virtual memory loads only required pages.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Virtual memory stores less-used data on the hard disk. 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allows programs to continue running smoothly.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9761"/>
          </a:xfrm>
        </p:spPr>
        <p:txBody>
          <a:bodyPr>
            <a:normAutofit fontScale="90000"/>
          </a:bodyPr>
          <a:lstStyle/>
          <a:p>
            <a:r>
              <a:t>How Virtual Memory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9466" y="1273705"/>
            <a:ext cx="8229600" cy="4525963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CPU requests data. 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Memory Management Unit (MMU) checks the address. 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the data is available in RAM, it is used immediately. 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the data is not in RAM, it is loaded from the hard disk. 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operating system updates the page table. 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program continues without restarting. 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26029"/>
          </a:xfrm>
        </p:spPr>
        <p:txBody>
          <a:bodyPr>
            <a:normAutofit/>
          </a:bodyPr>
          <a:lstStyle/>
          <a:p>
            <a:r>
              <a:t>Paging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0998" y="1423990"/>
            <a:ext cx="7016497" cy="3880773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Virtual memory is divided into fixed-size blocks called Pages. 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 is divided into Pages.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Physical memory (RAM) is divided into Frames. 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page table maps pages to frames.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Paging reduces external fragmentation.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It helps use memory more efficiently.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51429"/>
          </a:xfrm>
        </p:spPr>
        <p:txBody>
          <a:bodyPr>
            <a:normAutofit/>
          </a:bodyPr>
          <a:lstStyle/>
          <a:p>
            <a:r>
              <a:t>Page Fault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88613"/>
            <a:ext cx="7095744" cy="3880773"/>
          </a:xfrm>
        </p:spPr>
        <p:txBody>
          <a:bodyPr>
            <a:no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page fault occurs when the required page is not present in RAM. 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operating system finds the page on the hard disk. 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page is copied into RAM. 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page table is updated. 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CPU continues program execution. 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Note:</a:t>
            </a:r>
            <a:r>
              <a:rPr lang="en-US" dirty="0"/>
              <a:t> Too many page faults make the system slow.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0538" y="457200"/>
            <a:ext cx="7061728" cy="635000"/>
          </a:xfrm>
        </p:spPr>
        <p:txBody>
          <a:bodyPr>
            <a:normAutofit fontScale="90000"/>
          </a:bodyPr>
          <a:lstStyle/>
          <a:p>
            <a:r>
              <a:rPr dirty="0"/>
              <a:t>Difference Between Virtual Memory and Paging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472E02D-5000-BD0C-FFDA-7B093EAA0A6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17457203"/>
              </p:ext>
            </p:extLst>
          </p:nvPr>
        </p:nvGraphicFramePr>
        <p:xfrm>
          <a:off x="521208" y="1879124"/>
          <a:ext cx="7141464" cy="3291840"/>
        </p:xfrm>
        <a:graphic>
          <a:graphicData uri="http://schemas.openxmlformats.org/drawingml/2006/table">
            <a:tbl>
              <a:tblPr>
                <a:tableStyleId>{69C7853C-536D-4A76-A0AE-DD22124D55A5}</a:tableStyleId>
              </a:tblPr>
              <a:tblGrid>
                <a:gridCol w="3555397">
                  <a:extLst>
                    <a:ext uri="{9D8B030D-6E8A-4147-A177-3AD203B41FA5}">
                      <a16:colId xmlns:a16="http://schemas.microsoft.com/office/drawing/2014/main" val="4061569842"/>
                    </a:ext>
                  </a:extLst>
                </a:gridCol>
                <a:gridCol w="3586067">
                  <a:extLst>
                    <a:ext uri="{9D8B030D-6E8A-4147-A177-3AD203B41FA5}">
                      <a16:colId xmlns:a16="http://schemas.microsoft.com/office/drawing/2014/main" val="128031572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dirty="0"/>
                        <a:t>Virtual Memory</a:t>
                      </a:r>
                      <a:endParaRPr 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/>
                        <a:t>Paging</a:t>
                      </a:r>
                      <a:endParaRPr lang="en-US" sz="18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18759409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It is a memory management technique.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It is a method used in virtual memory.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92488217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Uses hard disk as extra memory.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Divides memory into pages and frames.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2776626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Helps run large programs.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Maps pages into RAM frames.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51749157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Improves multitasking.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Reduces external fragmentation.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3206344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Depends on paging.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Works as part of virtual memory.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126153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/>
          <a:lstStyle/>
          <a:p>
            <a:r>
              <a:t>Advantages and 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7342632" cy="5175504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sz="2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Advantages:</a:t>
            </a:r>
          </a:p>
          <a:p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Allows large applications to run. </a:t>
            </a:r>
          </a:p>
          <a:p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memory utilization. </a:t>
            </a:r>
          </a:p>
          <a:p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multitasking. </a:t>
            </a:r>
          </a:p>
          <a:p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program crashes due to low memory. </a:t>
            </a:r>
          </a:p>
          <a:p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Makes better use of available RAM. </a:t>
            </a:r>
          </a:p>
          <a:p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overall system performance. </a:t>
            </a:r>
          </a:p>
          <a:p>
            <a:endParaRPr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Applications:</a:t>
            </a:r>
            <a:endParaRPr lang="en-US" sz="23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Virtual memory and paging are used in:</a:t>
            </a:r>
            <a:endParaRPr sz="26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Windows</a:t>
            </a:r>
          </a:p>
          <a:p>
            <a:r>
              <a:rPr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Linux</a:t>
            </a:r>
          </a:p>
          <a:p>
            <a:r>
              <a:rPr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Android</a:t>
            </a:r>
          </a:p>
          <a:p>
            <a:r>
              <a:rPr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servers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09095"/>
          </a:xfrm>
        </p:spPr>
        <p:txBody>
          <a:bodyPr>
            <a:normAutofit/>
          </a:bodyPr>
          <a:lstStyle/>
          <a:p>
            <a:r>
              <a:rPr lang="en-US" dirty="0"/>
              <a:t>Conclusion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8666" y="1422400"/>
            <a:ext cx="8068733" cy="4525963"/>
          </a:xfrm>
        </p:spPr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Disk is slower than RAM.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Thrashing reduces performance.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Requires MMU and page tables.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Virtual memory solves the problem of limited RAM.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Paging divides memory into pages and frames for efficient management.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techniques improve multitasking and memory utilization.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Every modern operating system uses virtual memory and paging.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 are important for fast and efficient computer performance.</a:t>
            </a:r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C1F70E-BCD5-BC15-F74C-B5834ED1DE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8511" y="2717801"/>
            <a:ext cx="6586729" cy="1143000"/>
          </a:xfrm>
        </p:spPr>
        <p:txBody>
          <a:bodyPr>
            <a:normAutofit fontScale="90000"/>
          </a:bodyPr>
          <a:lstStyle/>
          <a:p>
            <a:r>
              <a:rPr lang="en-US" sz="7200" dirty="0">
                <a:solidFill>
                  <a:schemeClr val="tx1"/>
                </a:solidFill>
                <a:latin typeface="Algerian" panose="04020705040A02060702" pitchFamily="82" charset="0"/>
                <a:cs typeface="Times New Roman" panose="02020603050405020304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530814621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70</TotalTime>
  <Words>539</Words>
  <Application>Microsoft Office PowerPoint</Application>
  <PresentationFormat>On-screen Show (4:3)</PresentationFormat>
  <Paragraphs>86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Algerian</vt:lpstr>
      <vt:lpstr>Arial</vt:lpstr>
      <vt:lpstr>Times New Roman</vt:lpstr>
      <vt:lpstr>Trebuchet MS</vt:lpstr>
      <vt:lpstr>Wingdings 3</vt:lpstr>
      <vt:lpstr>Facet</vt:lpstr>
      <vt:lpstr>Virtual Memory and Paging</vt:lpstr>
      <vt:lpstr>Introduction</vt:lpstr>
      <vt:lpstr>Why Virtual Memory is Needed</vt:lpstr>
      <vt:lpstr>How Virtual Memory Works</vt:lpstr>
      <vt:lpstr>Paging</vt:lpstr>
      <vt:lpstr>Page Fault</vt:lpstr>
      <vt:lpstr>Difference Between Virtual Memory and Paging</vt:lpstr>
      <vt:lpstr>Advantages and Applications</vt:lpstr>
      <vt:lpstr>Conclusion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bindhu batrapalli</dc:creator>
  <cp:keywords/>
  <dc:description>generated using python-pptx</dc:description>
  <cp:lastModifiedBy>Maraka Koushik</cp:lastModifiedBy>
  <cp:revision>3</cp:revision>
  <dcterms:created xsi:type="dcterms:W3CDTF">2013-01-27T09:14:16Z</dcterms:created>
  <dcterms:modified xsi:type="dcterms:W3CDTF">2026-07-19T02:38:29Z</dcterms:modified>
  <cp:category/>
</cp:coreProperties>
</file>